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4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526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3" name="Text 1"/>
          <p:cNvSpPr/>
          <p:nvPr/>
        </p:nvSpPr>
        <p:spPr>
          <a:xfrm>
            <a:off x="274320" y="97155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AUTOLOTE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74320" y="211455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para Concesionario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2697480"/>
            <a:ext cx="3657600" cy="36576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6" name="Text 4"/>
          <p:cNvSpPr/>
          <p:nvPr/>
        </p:nvSpPr>
        <p:spPr>
          <a:xfrm>
            <a:off x="274320" y="2880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Dubón  ·  Angel Rápalo  ·  Marlon Martinez · Devin Hernandez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6992" y="3291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Aplicaciones Web I — T38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132320" y="1097280"/>
            <a:ext cx="1645920" cy="1645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438912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10" name="Text 7"/>
          <p:cNvSpPr/>
          <p:nvPr/>
        </p:nvSpPr>
        <p:spPr>
          <a:xfrm>
            <a:off x="365760" y="4389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057400" y="438912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12" name="Text 9"/>
          <p:cNvSpPr/>
          <p:nvPr/>
        </p:nvSpPr>
        <p:spPr>
          <a:xfrm>
            <a:off x="2002536" y="4389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794760" y="438912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14" name="Text 11"/>
          <p:cNvSpPr/>
          <p:nvPr/>
        </p:nvSpPr>
        <p:spPr>
          <a:xfrm>
            <a:off x="3749040" y="4389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532120" y="438912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16" name="Text 13"/>
          <p:cNvSpPr/>
          <p:nvPr/>
        </p:nvSpPr>
        <p:spPr>
          <a:xfrm>
            <a:off x="5577840" y="4389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269480" y="437769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18" name="Text 15"/>
          <p:cNvSpPr/>
          <p:nvPr/>
        </p:nvSpPr>
        <p:spPr>
          <a:xfrm>
            <a:off x="7315200" y="4389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ngular</a:t>
            </a:r>
            <a:endParaRPr lang="en-US" sz="1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74CBBFB4-643B-42BA-A50A-A9CDBE07F02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0624" y="160020"/>
            <a:ext cx="914400" cy="62865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es Autolote?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web completa para gestionar un concesionario de vehículos, desde el inventario hasta las ventas y la conversión de precios en tiempo real.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10312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" y="32004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completa de vehículos con CRUD, precios y disponibilidad en tiempo real.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9202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/>
          </a:p>
        </p:txBody>
      </p:sp>
      <p:sp>
        <p:nvSpPr>
          <p:cNvPr id="12" name="Shape 9"/>
          <p:cNvSpPr/>
          <p:nvPr/>
        </p:nvSpPr>
        <p:spPr>
          <a:xfrm>
            <a:off x="3246120" y="192024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10312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&amp; Ventas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383280" y="32004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clientes, historial de consultas y control de ventas realizadas.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9202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/>
          </a:p>
        </p:txBody>
      </p:sp>
      <p:sp>
        <p:nvSpPr>
          <p:cNvPr id="17" name="Shape 13"/>
          <p:cNvSpPr/>
          <p:nvPr/>
        </p:nvSpPr>
        <p:spPr>
          <a:xfrm>
            <a:off x="6126480" y="192024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2103120"/>
            <a:ext cx="594360" cy="5943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63640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Tasas de Cambio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263640" y="32004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automática de precios a múltiples monedas via API externa en tiempo real.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Tecnológico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743200" cy="150876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54864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16459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RESTful con rutas modulares y middleware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143000"/>
            <a:ext cx="2743200" cy="150876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/>
          </a:p>
        </p:txBody>
      </p:sp>
      <p:sp>
        <p:nvSpPr>
          <p:cNvPr id="10" name="Shape 7"/>
          <p:cNvSpPr/>
          <p:nvPr/>
        </p:nvSpPr>
        <p:spPr>
          <a:xfrm>
            <a:off x="3246120" y="1143000"/>
            <a:ext cx="54864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6459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931920" y="16459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 con pool de conexiones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72200" y="1143000"/>
            <a:ext cx="2743200" cy="150876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/>
          </a:p>
        </p:txBody>
      </p:sp>
      <p:sp>
        <p:nvSpPr>
          <p:cNvPr id="15" name="Shape 11"/>
          <p:cNvSpPr/>
          <p:nvPr/>
        </p:nvSpPr>
        <p:spPr>
          <a:xfrm>
            <a:off x="6172200" y="1143000"/>
            <a:ext cx="54864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6459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858000" y="16459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segura con tokens firmados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20040" y="2880360"/>
            <a:ext cx="2743200" cy="150876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/>
          </a:p>
        </p:txBody>
      </p:sp>
      <p:sp>
        <p:nvSpPr>
          <p:cNvPr id="20" name="Shape 15"/>
          <p:cNvSpPr/>
          <p:nvPr/>
        </p:nvSpPr>
        <p:spPr>
          <a:xfrm>
            <a:off x="320040" y="2880360"/>
            <a:ext cx="54864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832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005840" y="3383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SPA con módulos de login y vehículos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46120" y="2880360"/>
            <a:ext cx="2743200" cy="150876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/>
          </a:p>
        </p:txBody>
      </p:sp>
      <p:sp>
        <p:nvSpPr>
          <p:cNvPr id="25" name="Shape 19"/>
          <p:cNvSpPr/>
          <p:nvPr/>
        </p:nvSpPr>
        <p:spPr>
          <a:xfrm>
            <a:off x="3246120" y="2880360"/>
            <a:ext cx="54864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38328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3192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ExchangeRate-API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931920" y="3383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Tasas de cambio en tiempo real para vehículos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72200" y="2880360"/>
            <a:ext cx="2743200" cy="150876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/>
          </a:p>
        </p:txBody>
      </p:sp>
      <p:sp>
        <p:nvSpPr>
          <p:cNvPr id="30" name="Shape 23"/>
          <p:cNvSpPr/>
          <p:nvPr/>
        </p:nvSpPr>
        <p:spPr>
          <a:xfrm>
            <a:off x="6172200" y="2880360"/>
            <a:ext cx="54864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38328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5800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Gitflow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858000" y="3383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feature, develop, main con pull requests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del Backend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828800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1920240"/>
            <a:ext cx="50292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8" name="Shape 6"/>
          <p:cNvSpPr/>
          <p:nvPr/>
        </p:nvSpPr>
        <p:spPr>
          <a:xfrm>
            <a:off x="2331720" y="1371600"/>
            <a:ext cx="1828800" cy="1188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/>
          </a:p>
        </p:txBody>
      </p:sp>
      <p:sp>
        <p:nvSpPr>
          <p:cNvPr id="9" name="Text 7"/>
          <p:cNvSpPr/>
          <p:nvPr/>
        </p:nvSpPr>
        <p:spPr>
          <a:xfrm>
            <a:off x="2331720" y="1371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60520" y="1920240"/>
            <a:ext cx="50292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11" name="Shape 9"/>
          <p:cNvSpPr/>
          <p:nvPr/>
        </p:nvSpPr>
        <p:spPr>
          <a:xfrm>
            <a:off x="4389120" y="1371600"/>
            <a:ext cx="182880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/>
          </a:p>
        </p:txBody>
      </p:sp>
      <p:sp>
        <p:nvSpPr>
          <p:cNvPr id="12" name="Text 10"/>
          <p:cNvSpPr/>
          <p:nvPr/>
        </p:nvSpPr>
        <p:spPr>
          <a:xfrm>
            <a:off x="4389120" y="1371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50292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14" name="Shape 12"/>
          <p:cNvSpPr/>
          <p:nvPr/>
        </p:nvSpPr>
        <p:spPr>
          <a:xfrm>
            <a:off x="6446520" y="1371600"/>
            <a:ext cx="1828800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/>
          </a:p>
        </p:txBody>
      </p:sp>
      <p:sp>
        <p:nvSpPr>
          <p:cNvPr id="15" name="Text 13"/>
          <p:cNvSpPr/>
          <p:nvPr/>
        </p:nvSpPr>
        <p:spPr>
          <a:xfrm>
            <a:off x="6446520" y="1371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46520" y="2834640"/>
            <a:ext cx="54864" cy="5486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17" name="Shape 15"/>
          <p:cNvSpPr/>
          <p:nvPr/>
        </p:nvSpPr>
        <p:spPr>
          <a:xfrm>
            <a:off x="5760720" y="3383280"/>
            <a:ext cx="237744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/>
          </a:p>
        </p:txBody>
      </p:sp>
      <p:sp>
        <p:nvSpPr>
          <p:cNvPr id="18" name="Text 16"/>
          <p:cNvSpPr/>
          <p:nvPr/>
        </p:nvSpPr>
        <p:spPr>
          <a:xfrm>
            <a:off x="5760720" y="33832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ExchangeRate-API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Tasas de Cambio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disponibles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32461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                   →  Login &amp; Registro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/api/vehiculos              →  CRUD Vehículos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/api/vehiculos/:id/precios  →  Precio en múltiples monedas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/api/clientes               →  CRUD Clientes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/api/ventas                 →  CRUD Ventas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/api/exchange/:moneda       →  Tasa USD → moneda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Autenticación con JWT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82880"/>
            <a:ext cx="914400" cy="914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1143000"/>
            <a:ext cx="850392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6" name="Shape 3"/>
          <p:cNvSpPr/>
          <p:nvPr/>
        </p:nvSpPr>
        <p:spPr>
          <a:xfrm>
            <a:off x="320040" y="1143000"/>
            <a:ext cx="54864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7" name="Text 4"/>
          <p:cNvSpPr/>
          <p:nvPr/>
        </p:nvSpPr>
        <p:spPr>
          <a:xfrm>
            <a:off x="457200" y="11430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9728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149047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envía email y contraseña al endpoint /api/auth/login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2103120"/>
            <a:ext cx="850392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11" name="Shape 8"/>
          <p:cNvSpPr/>
          <p:nvPr/>
        </p:nvSpPr>
        <p:spPr>
          <a:xfrm>
            <a:off x="320040" y="2103120"/>
            <a:ext cx="54864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12" name="Text 9"/>
          <p:cNvSpPr/>
          <p:nvPr/>
        </p:nvSpPr>
        <p:spPr>
          <a:xfrm>
            <a:off x="457200" y="2103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09728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del Token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97280" y="2450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valida las credenciales y firma un JWT con el ID y rol del usuario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3063240"/>
            <a:ext cx="850392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16" name="Shape 13"/>
          <p:cNvSpPr/>
          <p:nvPr/>
        </p:nvSpPr>
        <p:spPr>
          <a:xfrm>
            <a:off x="320040" y="3063240"/>
            <a:ext cx="54864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17" name="Text 14"/>
          <p:cNvSpPr/>
          <p:nvPr/>
        </p:nvSpPr>
        <p:spPr>
          <a:xfrm>
            <a:off x="457200" y="30632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09728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Petición Protegida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97280" y="341071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incluye el token en el header Authorization: Bearer &lt;token&gt;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" y="4023360"/>
            <a:ext cx="850392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21" name="Shape 18"/>
          <p:cNvSpPr/>
          <p:nvPr/>
        </p:nvSpPr>
        <p:spPr>
          <a:xfrm>
            <a:off x="320040" y="4023360"/>
            <a:ext cx="54864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22" name="Text 19"/>
          <p:cNvSpPr/>
          <p:nvPr/>
        </p:nvSpPr>
        <p:spPr>
          <a:xfrm>
            <a:off x="457200" y="40233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09728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Middleware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97280" y="437083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middleware authMiddleware verifica la firma del token antes de dar acceso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 en Angular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206240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— Login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inicio de sesión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credenciales con JWT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Redirección al home tras autenticación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errores (401 Unauthorized)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almacenado en el cliente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420624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11" name="Text 9"/>
          <p:cNvSpPr/>
          <p:nvPr/>
        </p:nvSpPr>
        <p:spPr>
          <a:xfrm>
            <a:off x="4983480" y="1005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— Vehículos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60020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del catálogo de vehículos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del GET /api/vehiculos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con marca, modelo, año y precio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VehiculoService con HttpClient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público — sin autenticación requerida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Externa — Tasas de Cambio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82880"/>
            <a:ext cx="914400" cy="914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1097280"/>
            <a:ext cx="4023360" cy="3474720"/>
          </a:xfrm>
          <a:prstGeom prst="rect">
            <a:avLst/>
          </a:prstGeom>
          <a:solidFill>
            <a:srgbClr val="1B2A3B"/>
          </a:solidFill>
          <a:ln w="12700">
            <a:solidFill>
              <a:srgbClr val="2A3F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/>
          </a:p>
        </p:txBody>
      </p:sp>
      <p:sp>
        <p:nvSpPr>
          <p:cNvPr id="6" name="Text 3"/>
          <p:cNvSpPr/>
          <p:nvPr/>
        </p:nvSpPr>
        <p:spPr>
          <a:xfrm>
            <a:off x="457200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ExchangeRate-API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173736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gratuito sin tarjeta de crédito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USD — más de 160 monedas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en tiempo real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petición GET trae todas las tasas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protegida en variables .env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26280" y="1097280"/>
            <a:ext cx="429768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9" name="Text 6"/>
          <p:cNvSpPr/>
          <p:nvPr/>
        </p:nvSpPr>
        <p:spPr>
          <a:xfrm>
            <a:off x="4617720" y="11430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/api/vehiculos/1/precios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26280" y="2286000"/>
            <a:ext cx="4297680" cy="2103120"/>
          </a:xfrm>
          <a:prstGeom prst="rect">
            <a:avLst/>
          </a:prstGeom>
          <a:solidFill>
            <a:srgbClr val="0A1628"/>
          </a:solidFill>
          <a:ln w="12700">
            <a:solidFill>
              <a:srgbClr val="2A3F52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11" name="Text 8"/>
          <p:cNvSpPr/>
          <p:nvPr/>
        </p:nvSpPr>
        <p:spPr>
          <a:xfrm>
            <a:off x="4617720" y="2377440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"vehiculo": { "marca": "Toyota"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"precios":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"USD": 18000,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"HNL": 474732.00,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"EUR": 16560.00,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"MXN": 308700.00,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"GTQ": 139500.00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26280" y="44805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× tasa = precio en moneda local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 de Versiones — Gitflow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DDE8EE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01168" cy="5669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7" name="Text 5"/>
          <p:cNvSpPr/>
          <p:nvPr/>
        </p:nvSpPr>
        <p:spPr>
          <a:xfrm>
            <a:off x="685800" y="10058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10058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estable y productiva del sistema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73352"/>
            <a:ext cx="8412480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DDE8EE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10" name="Shape 8"/>
          <p:cNvSpPr/>
          <p:nvPr/>
        </p:nvSpPr>
        <p:spPr>
          <a:xfrm>
            <a:off x="365760" y="1673352"/>
            <a:ext cx="201168" cy="5669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11" name="Text 9"/>
          <p:cNvSpPr/>
          <p:nvPr/>
        </p:nvSpPr>
        <p:spPr>
          <a:xfrm>
            <a:off x="685800" y="167335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167335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todas las features del equipo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40864"/>
            <a:ext cx="8412480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DDE8EE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14" name="Shape 12"/>
          <p:cNvSpPr/>
          <p:nvPr/>
        </p:nvSpPr>
        <p:spPr>
          <a:xfrm>
            <a:off x="365760" y="2340864"/>
            <a:ext cx="201168" cy="5669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15" name="Text 13"/>
          <p:cNvSpPr/>
          <p:nvPr/>
        </p:nvSpPr>
        <p:spPr>
          <a:xfrm>
            <a:off x="685800" y="234086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feature_joseph_registro_login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234086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— Login y registro de usuarios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08376"/>
            <a:ext cx="8412480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DDE8EE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18" name="Shape 16"/>
          <p:cNvSpPr/>
          <p:nvPr/>
        </p:nvSpPr>
        <p:spPr>
          <a:xfrm>
            <a:off x="365760" y="3008376"/>
            <a:ext cx="20116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19" name="Text 17"/>
          <p:cNvSpPr/>
          <p:nvPr/>
        </p:nvSpPr>
        <p:spPr>
          <a:xfrm>
            <a:off x="685800" y="300837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feature_Angel_clientes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300837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Ángel — Módulo CRUD de clientes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DDE8EE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22" name="Shape 20"/>
          <p:cNvSpPr/>
          <p:nvPr/>
        </p:nvSpPr>
        <p:spPr>
          <a:xfrm>
            <a:off x="365760" y="3675888"/>
            <a:ext cx="20116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23" name="Text 21"/>
          <p:cNvSpPr/>
          <p:nvPr/>
        </p:nvSpPr>
        <p:spPr>
          <a:xfrm>
            <a:off x="685800" y="367588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feature_Marlon_Ventas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367588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Marlon — Módulo CRUD de ventas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343400"/>
            <a:ext cx="8412480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DDE8EE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26" name="Shape 24"/>
          <p:cNvSpPr/>
          <p:nvPr/>
        </p:nvSpPr>
        <p:spPr>
          <a:xfrm>
            <a:off x="365760" y="4343400"/>
            <a:ext cx="201168" cy="56692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27" name="Text 25"/>
          <p:cNvSpPr/>
          <p:nvPr/>
        </p:nvSpPr>
        <p:spPr>
          <a:xfrm>
            <a:off x="685800" y="43434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feature_devin_Vehículos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43434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 — Módulo CRUD de vehículos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realizados antes de cada merge a develop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3" name="Shape 1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¡Gracias!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Autolote — Sistema de Gestión para Concesionario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880360"/>
            <a:ext cx="2743200" cy="36576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  <p:txBody>
          <a:bodyPr/>
          <a:lstStyle/>
          <a:p>
            <a:endParaRPr lang="es-HN"/>
          </a:p>
        </p:txBody>
      </p:sp>
      <p:sp>
        <p:nvSpPr>
          <p:cNvPr id="8" name="Text 6"/>
          <p:cNvSpPr/>
          <p:nvPr/>
        </p:nvSpPr>
        <p:spPr>
          <a:xfrm>
            <a:off x="457200" y="297049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Aplicaciones Web I — T38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586</Words>
  <Application>Microsoft Office PowerPoint</Application>
  <PresentationFormat>Presentación en pantalla (16:9)</PresentationFormat>
  <Paragraphs>118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Aptos</vt:lpstr>
      <vt:lpstr>Arial</vt:lpstr>
      <vt:lpstr>Arial Black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Autolote — Sistema de Gestión</dc:title>
  <dc:subject>PptxGenJS Presentation</dc:subject>
  <dc:creator>PptxGenJS</dc:creator>
  <cp:lastModifiedBy>Angel Enamorado</cp:lastModifiedBy>
  <cp:revision>9</cp:revision>
  <dcterms:created xsi:type="dcterms:W3CDTF">2026-03-23T01:30:37Z</dcterms:created>
  <dcterms:modified xsi:type="dcterms:W3CDTF">2026-03-24T00:25:22Z</dcterms:modified>
</cp:coreProperties>
</file>